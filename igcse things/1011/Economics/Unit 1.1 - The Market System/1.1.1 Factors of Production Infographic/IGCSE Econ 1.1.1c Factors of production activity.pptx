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</p:sldIdLst>
  <p:sldSz cy="5143500" cx="9144000"/>
  <p:notesSz cx="6858000" cy="9144000"/>
  <p:embeddedFontLst>
    <p:embeddedFont>
      <p:font typeface="Work Sans"/>
      <p:regular r:id="rId14"/>
      <p:bold r:id="rId15"/>
      <p:italic r:id="rId16"/>
      <p:boldItalic r:id="rId17"/>
    </p:embeddedFont>
    <p:embeddedFont>
      <p:font typeface="Open Sans"/>
      <p:regular r:id="rId18"/>
      <p:bold r:id="rId19"/>
      <p:italic r:id="rId20"/>
      <p:boldItalic r:id="rId2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OpenSans-italic.fnt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21" Type="http://schemas.openxmlformats.org/officeDocument/2006/relationships/font" Target="fonts/OpenSans-boldItalic.fnt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WorkSans-bold.fntdata"/><Relationship Id="rId14" Type="http://schemas.openxmlformats.org/officeDocument/2006/relationships/font" Target="fonts/WorkSans-regular.fntdata"/><Relationship Id="rId17" Type="http://schemas.openxmlformats.org/officeDocument/2006/relationships/font" Target="fonts/WorkSans-boldItalic.fntdata"/><Relationship Id="rId16" Type="http://schemas.openxmlformats.org/officeDocument/2006/relationships/font" Target="fonts/WorkSans-italic.fntdata"/><Relationship Id="rId5" Type="http://schemas.openxmlformats.org/officeDocument/2006/relationships/notesMaster" Target="notesMasters/notesMaster1.xml"/><Relationship Id="rId19" Type="http://schemas.openxmlformats.org/officeDocument/2006/relationships/font" Target="fonts/OpenSans-bold.fntdata"/><Relationship Id="rId6" Type="http://schemas.openxmlformats.org/officeDocument/2006/relationships/slide" Target="slides/slide1.xml"/><Relationship Id="rId18" Type="http://schemas.openxmlformats.org/officeDocument/2006/relationships/font" Target="fonts/OpenSans-regular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hyperlink" Target="https://docs.google.com/document/d/1f6GqjPT68kCtaDcRDljuPuDt9Hkx5gg9Q3H0pHLgIA8/edit" TargetMode="Externa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6" name="Google Shape;56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14b738ab20d_0_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" name="Google Shape;65;g14b738ab20d_0_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u="sng">
                <a:solidFill>
                  <a:schemeClr val="hlink"/>
                </a:solidFill>
                <a:hlinkClick r:id="rId2"/>
              </a:rPr>
              <a:t>https://docs.google.com/document/d/1f6GqjPT68kCtaDcRDljuPuDt9Hkx5gg9Q3H0pHLgIA8/edit</a:t>
            </a:r>
            <a:r>
              <a:rPr lang="en-GB"/>
              <a:t>  </a:t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g1533db600a9_0_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" name="Google Shape;71;g1533db600a9_0_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g1533db600a9_0_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" name="Google Shape;83;g1533db600a9_0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g1533db600a9_0_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" name="Google Shape;89;g1533db600a9_0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1533db600a9_0_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" name="Google Shape;96;g1533db600a9_0_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1533db600a9_0_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4" name="Google Shape;104;g1533db600a9_0_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g1533db600a9_0_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0" name="Google Shape;110;g1533db600a9_0_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2"/>
          <p:cNvSpPr txBox="1"/>
          <p:nvPr>
            <p:ph type="ctrTitle"/>
          </p:nvPr>
        </p:nvSpPr>
        <p:spPr>
          <a:xfrm>
            <a:off x="311708" y="8969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5" name="Google Shape;15;p2"/>
          <p:cNvSpPr txBox="1"/>
          <p:nvPr>
            <p:ph idx="1" type="subTitle"/>
          </p:nvPr>
        </p:nvSpPr>
        <p:spPr>
          <a:xfrm>
            <a:off x="311700" y="31389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6" name="Google Shape;16;p2"/>
          <p:cNvSpPr txBox="1"/>
          <p:nvPr>
            <p:ph idx="12" type="sldNum"/>
          </p:nvPr>
        </p:nvSpPr>
        <p:spPr>
          <a:xfrm>
            <a:off x="8472458" y="472425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9" name="Google Shape;19;p3"/>
          <p:cNvSpPr txBox="1"/>
          <p:nvPr>
            <p:ph idx="12" type="sldNum"/>
          </p:nvPr>
        </p:nvSpPr>
        <p:spPr>
          <a:xfrm>
            <a:off x="8472458" y="472425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4"/>
          <p:cNvSpPr txBox="1"/>
          <p:nvPr>
            <p:ph type="title"/>
          </p:nvPr>
        </p:nvSpPr>
        <p:spPr>
          <a:xfrm>
            <a:off x="311700" y="566718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42900" lvl="1" marL="914400">
              <a:spcBef>
                <a:spcPts val="0"/>
              </a:spcBef>
              <a:spcAft>
                <a:spcPts val="0"/>
              </a:spcAft>
              <a:buSzPts val="1800"/>
              <a:buChar char="○"/>
              <a:defRPr sz="1800"/>
            </a:lvl2pPr>
            <a:lvl3pPr indent="-342900" lvl="2" marL="1371600">
              <a:spcBef>
                <a:spcPts val="0"/>
              </a:spcBef>
              <a:spcAft>
                <a:spcPts val="0"/>
              </a:spcAft>
              <a:buSzPts val="1800"/>
              <a:buChar char="■"/>
              <a:defRPr sz="1800"/>
            </a:lvl3pPr>
            <a:lvl4pPr indent="-342900" lvl="3" marL="1828800">
              <a:spcBef>
                <a:spcPts val="0"/>
              </a:spcBef>
              <a:spcAft>
                <a:spcPts val="0"/>
              </a:spcAft>
              <a:buSzPts val="1800"/>
              <a:buChar char="●"/>
              <a:defRPr sz="1800"/>
            </a:lvl4pPr>
            <a:lvl5pPr indent="-342900" lvl="4" marL="2286000">
              <a:spcBef>
                <a:spcPts val="0"/>
              </a:spcBef>
              <a:spcAft>
                <a:spcPts val="0"/>
              </a:spcAft>
              <a:buSzPts val="1800"/>
              <a:buChar char="○"/>
              <a:defRPr sz="1800"/>
            </a:lvl5pPr>
            <a:lvl6pPr indent="-342900" lvl="5" marL="2743200">
              <a:spcBef>
                <a:spcPts val="0"/>
              </a:spcBef>
              <a:spcAft>
                <a:spcPts val="0"/>
              </a:spcAft>
              <a:buSzPts val="1800"/>
              <a:buChar char="■"/>
              <a:defRPr sz="1800"/>
            </a:lvl6pPr>
            <a:lvl7pPr indent="-342900" lvl="6" marL="3200400">
              <a:spcBef>
                <a:spcPts val="0"/>
              </a:spcBef>
              <a:spcAft>
                <a:spcPts val="0"/>
              </a:spcAft>
              <a:buSzPts val="1800"/>
              <a:buChar char="●"/>
              <a:defRPr sz="1800"/>
            </a:lvl7pPr>
            <a:lvl8pPr indent="-342900" lvl="7" marL="3657600">
              <a:spcBef>
                <a:spcPts val="0"/>
              </a:spcBef>
              <a:spcAft>
                <a:spcPts val="0"/>
              </a:spcAft>
              <a:buSzPts val="1800"/>
              <a:buChar char="○"/>
              <a:defRPr sz="1800"/>
            </a:lvl8pPr>
            <a:lvl9pPr indent="-342900" lvl="8" marL="4114800">
              <a:spcBef>
                <a:spcPts val="0"/>
              </a:spcBef>
              <a:spcAft>
                <a:spcPts val="0"/>
              </a:spcAft>
              <a:buSzPts val="1800"/>
              <a:buChar char="■"/>
              <a:defRPr sz="1800"/>
            </a:lvl9pPr>
          </a:lstStyle>
          <a:p/>
        </p:txBody>
      </p:sp>
      <p:sp>
        <p:nvSpPr>
          <p:cNvPr id="23" name="Google Shape;23;p4"/>
          <p:cNvSpPr txBox="1"/>
          <p:nvPr>
            <p:ph idx="12" type="sldNum"/>
          </p:nvPr>
        </p:nvSpPr>
        <p:spPr>
          <a:xfrm>
            <a:off x="8472458" y="472425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5"/>
          <p:cNvSpPr txBox="1"/>
          <p:nvPr>
            <p:ph type="title"/>
          </p:nvPr>
        </p:nvSpPr>
        <p:spPr>
          <a:xfrm>
            <a:off x="311700" y="566718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6" name="Google Shape;26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42900" lvl="1" marL="914400">
              <a:spcBef>
                <a:spcPts val="0"/>
              </a:spcBef>
              <a:spcAft>
                <a:spcPts val="0"/>
              </a:spcAft>
              <a:buSzPts val="1800"/>
              <a:buChar char="○"/>
              <a:defRPr sz="1800"/>
            </a:lvl2pPr>
            <a:lvl3pPr indent="-342900" lvl="2" marL="1371600">
              <a:spcBef>
                <a:spcPts val="0"/>
              </a:spcBef>
              <a:spcAft>
                <a:spcPts val="0"/>
              </a:spcAft>
              <a:buSzPts val="1800"/>
              <a:buChar char="■"/>
              <a:defRPr sz="1800"/>
            </a:lvl3pPr>
            <a:lvl4pPr indent="-342900" lvl="3" marL="1828800">
              <a:spcBef>
                <a:spcPts val="0"/>
              </a:spcBef>
              <a:spcAft>
                <a:spcPts val="0"/>
              </a:spcAft>
              <a:buSzPts val="1800"/>
              <a:buChar char="●"/>
              <a:defRPr sz="1800"/>
            </a:lvl4pPr>
            <a:lvl5pPr indent="-342900" lvl="4" marL="2286000">
              <a:spcBef>
                <a:spcPts val="0"/>
              </a:spcBef>
              <a:spcAft>
                <a:spcPts val="0"/>
              </a:spcAft>
              <a:buSzPts val="1800"/>
              <a:buChar char="○"/>
              <a:defRPr sz="1800"/>
            </a:lvl5pPr>
            <a:lvl6pPr indent="-342900" lvl="5" marL="2743200">
              <a:spcBef>
                <a:spcPts val="0"/>
              </a:spcBef>
              <a:spcAft>
                <a:spcPts val="0"/>
              </a:spcAft>
              <a:buSzPts val="1800"/>
              <a:buChar char="■"/>
              <a:defRPr sz="1800"/>
            </a:lvl6pPr>
            <a:lvl7pPr indent="-342900" lvl="6" marL="3200400">
              <a:spcBef>
                <a:spcPts val="0"/>
              </a:spcBef>
              <a:spcAft>
                <a:spcPts val="0"/>
              </a:spcAft>
              <a:buSzPts val="1800"/>
              <a:buChar char="●"/>
              <a:defRPr sz="1800"/>
            </a:lvl7pPr>
            <a:lvl8pPr indent="-342900" lvl="7" marL="3657600">
              <a:spcBef>
                <a:spcPts val="0"/>
              </a:spcBef>
              <a:spcAft>
                <a:spcPts val="0"/>
              </a:spcAft>
              <a:buSzPts val="1800"/>
              <a:buChar char="○"/>
              <a:defRPr sz="1800"/>
            </a:lvl8pPr>
            <a:lvl9pPr indent="-342900" lvl="8" marL="4114800">
              <a:spcBef>
                <a:spcPts val="0"/>
              </a:spcBef>
              <a:spcAft>
                <a:spcPts val="0"/>
              </a:spcAft>
              <a:buSzPts val="1800"/>
              <a:buChar char="■"/>
              <a:defRPr sz="1800"/>
            </a:lvl9pPr>
          </a:lstStyle>
          <a:p/>
        </p:txBody>
      </p:sp>
      <p:sp>
        <p:nvSpPr>
          <p:cNvPr id="27" name="Google Shape;27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42900" lvl="1" marL="914400">
              <a:spcBef>
                <a:spcPts val="0"/>
              </a:spcBef>
              <a:spcAft>
                <a:spcPts val="0"/>
              </a:spcAft>
              <a:buSzPts val="1800"/>
              <a:buChar char="○"/>
              <a:defRPr sz="1800"/>
            </a:lvl2pPr>
            <a:lvl3pPr indent="-342900" lvl="2" marL="1371600">
              <a:spcBef>
                <a:spcPts val="0"/>
              </a:spcBef>
              <a:spcAft>
                <a:spcPts val="0"/>
              </a:spcAft>
              <a:buSzPts val="1800"/>
              <a:buChar char="■"/>
              <a:defRPr sz="1800"/>
            </a:lvl3pPr>
            <a:lvl4pPr indent="-342900" lvl="3" marL="1828800">
              <a:spcBef>
                <a:spcPts val="0"/>
              </a:spcBef>
              <a:spcAft>
                <a:spcPts val="0"/>
              </a:spcAft>
              <a:buSzPts val="1800"/>
              <a:buChar char="●"/>
              <a:defRPr sz="1800"/>
            </a:lvl4pPr>
            <a:lvl5pPr indent="-342900" lvl="4" marL="2286000">
              <a:spcBef>
                <a:spcPts val="0"/>
              </a:spcBef>
              <a:spcAft>
                <a:spcPts val="0"/>
              </a:spcAft>
              <a:buSzPts val="1800"/>
              <a:buChar char="○"/>
              <a:defRPr sz="1800"/>
            </a:lvl5pPr>
            <a:lvl6pPr indent="-342900" lvl="5" marL="2743200">
              <a:spcBef>
                <a:spcPts val="0"/>
              </a:spcBef>
              <a:spcAft>
                <a:spcPts val="0"/>
              </a:spcAft>
              <a:buSzPts val="1800"/>
              <a:buChar char="■"/>
              <a:defRPr sz="1800"/>
            </a:lvl6pPr>
            <a:lvl7pPr indent="-342900" lvl="6" marL="3200400">
              <a:spcBef>
                <a:spcPts val="0"/>
              </a:spcBef>
              <a:spcAft>
                <a:spcPts val="0"/>
              </a:spcAft>
              <a:buSzPts val="1800"/>
              <a:buChar char="●"/>
              <a:defRPr sz="1800"/>
            </a:lvl7pPr>
            <a:lvl8pPr indent="-342900" lvl="7" marL="3657600">
              <a:spcBef>
                <a:spcPts val="0"/>
              </a:spcBef>
              <a:spcAft>
                <a:spcPts val="0"/>
              </a:spcAft>
              <a:buSzPts val="1800"/>
              <a:buChar char="○"/>
              <a:defRPr sz="1800"/>
            </a:lvl8pPr>
            <a:lvl9pPr indent="-342900" lvl="8" marL="4114800">
              <a:spcBef>
                <a:spcPts val="0"/>
              </a:spcBef>
              <a:spcAft>
                <a:spcPts val="0"/>
              </a:spcAft>
              <a:buSzPts val="1800"/>
              <a:buChar char="■"/>
              <a:defRPr sz="1800"/>
            </a:lvl9pPr>
          </a:lstStyle>
          <a:p/>
        </p:txBody>
      </p:sp>
      <p:sp>
        <p:nvSpPr>
          <p:cNvPr id="28" name="Google Shape;28;p5"/>
          <p:cNvSpPr txBox="1"/>
          <p:nvPr>
            <p:ph idx="12" type="sldNum"/>
          </p:nvPr>
        </p:nvSpPr>
        <p:spPr>
          <a:xfrm>
            <a:off x="8472458" y="472425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6"/>
          <p:cNvSpPr txBox="1"/>
          <p:nvPr>
            <p:ph type="title"/>
          </p:nvPr>
        </p:nvSpPr>
        <p:spPr>
          <a:xfrm>
            <a:off x="311700" y="566718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1" name="Google Shape;31;p6"/>
          <p:cNvSpPr txBox="1"/>
          <p:nvPr>
            <p:ph idx="12" type="sldNum"/>
          </p:nvPr>
        </p:nvSpPr>
        <p:spPr>
          <a:xfrm>
            <a:off x="8472458" y="472425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4" name="Google Shape;34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42900" lvl="1" marL="914400">
              <a:spcBef>
                <a:spcPts val="0"/>
              </a:spcBef>
              <a:spcAft>
                <a:spcPts val="0"/>
              </a:spcAft>
              <a:buSzPts val="1800"/>
              <a:buChar char="○"/>
              <a:defRPr sz="1800"/>
            </a:lvl2pPr>
            <a:lvl3pPr indent="-342900" lvl="2" marL="1371600">
              <a:spcBef>
                <a:spcPts val="0"/>
              </a:spcBef>
              <a:spcAft>
                <a:spcPts val="0"/>
              </a:spcAft>
              <a:buSzPts val="1800"/>
              <a:buChar char="■"/>
              <a:defRPr sz="1800"/>
            </a:lvl3pPr>
            <a:lvl4pPr indent="-342900" lvl="3" marL="1828800">
              <a:spcBef>
                <a:spcPts val="0"/>
              </a:spcBef>
              <a:spcAft>
                <a:spcPts val="0"/>
              </a:spcAft>
              <a:buSzPts val="1800"/>
              <a:buChar char="●"/>
              <a:defRPr sz="1800"/>
            </a:lvl4pPr>
            <a:lvl5pPr indent="-342900" lvl="4" marL="2286000">
              <a:spcBef>
                <a:spcPts val="0"/>
              </a:spcBef>
              <a:spcAft>
                <a:spcPts val="0"/>
              </a:spcAft>
              <a:buSzPts val="1800"/>
              <a:buChar char="○"/>
              <a:defRPr sz="1800"/>
            </a:lvl5pPr>
            <a:lvl6pPr indent="-342900" lvl="5" marL="2743200">
              <a:spcBef>
                <a:spcPts val="0"/>
              </a:spcBef>
              <a:spcAft>
                <a:spcPts val="0"/>
              </a:spcAft>
              <a:buSzPts val="1800"/>
              <a:buChar char="■"/>
              <a:defRPr sz="1800"/>
            </a:lvl6pPr>
            <a:lvl7pPr indent="-342900" lvl="6" marL="3200400">
              <a:spcBef>
                <a:spcPts val="0"/>
              </a:spcBef>
              <a:spcAft>
                <a:spcPts val="0"/>
              </a:spcAft>
              <a:buSzPts val="1800"/>
              <a:buChar char="●"/>
              <a:defRPr sz="1800"/>
            </a:lvl7pPr>
            <a:lvl8pPr indent="-342900" lvl="7" marL="3657600">
              <a:spcBef>
                <a:spcPts val="0"/>
              </a:spcBef>
              <a:spcAft>
                <a:spcPts val="0"/>
              </a:spcAft>
              <a:buSzPts val="1800"/>
              <a:buChar char="○"/>
              <a:defRPr sz="1800"/>
            </a:lvl8pPr>
            <a:lvl9pPr indent="-342900" lvl="8" marL="4114800">
              <a:spcBef>
                <a:spcPts val="0"/>
              </a:spcBef>
              <a:spcAft>
                <a:spcPts val="0"/>
              </a:spcAft>
              <a:buSzPts val="1800"/>
              <a:buChar char="■"/>
              <a:defRPr sz="1800"/>
            </a:lvl9pPr>
          </a:lstStyle>
          <a:p/>
        </p:txBody>
      </p:sp>
      <p:sp>
        <p:nvSpPr>
          <p:cNvPr id="35" name="Google Shape;35;p7"/>
          <p:cNvSpPr txBox="1"/>
          <p:nvPr>
            <p:ph idx="12" type="sldNum"/>
          </p:nvPr>
        </p:nvSpPr>
        <p:spPr>
          <a:xfrm>
            <a:off x="8472458" y="472425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8" name="Google Shape;38;p8"/>
          <p:cNvSpPr txBox="1"/>
          <p:nvPr>
            <p:ph idx="12" type="sldNum"/>
          </p:nvPr>
        </p:nvSpPr>
        <p:spPr>
          <a:xfrm>
            <a:off x="8472458" y="472425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" name="Google Shape;41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42" name="Google Shape;42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43" name="Google Shape;43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42900" lvl="1" marL="914400">
              <a:spcBef>
                <a:spcPts val="0"/>
              </a:spcBef>
              <a:spcAft>
                <a:spcPts val="0"/>
              </a:spcAft>
              <a:buSzPts val="1800"/>
              <a:buChar char="○"/>
              <a:defRPr sz="1800"/>
            </a:lvl2pPr>
            <a:lvl3pPr indent="-342900" lvl="2" marL="1371600">
              <a:spcBef>
                <a:spcPts val="0"/>
              </a:spcBef>
              <a:spcAft>
                <a:spcPts val="0"/>
              </a:spcAft>
              <a:buSzPts val="1800"/>
              <a:buChar char="■"/>
              <a:defRPr sz="1800"/>
            </a:lvl3pPr>
            <a:lvl4pPr indent="-342900" lvl="3" marL="1828800">
              <a:spcBef>
                <a:spcPts val="0"/>
              </a:spcBef>
              <a:spcAft>
                <a:spcPts val="0"/>
              </a:spcAft>
              <a:buSzPts val="1800"/>
              <a:buChar char="●"/>
              <a:defRPr sz="1800"/>
            </a:lvl4pPr>
            <a:lvl5pPr indent="-342900" lvl="4" marL="2286000">
              <a:spcBef>
                <a:spcPts val="0"/>
              </a:spcBef>
              <a:spcAft>
                <a:spcPts val="0"/>
              </a:spcAft>
              <a:buSzPts val="1800"/>
              <a:buChar char="○"/>
              <a:defRPr sz="1800"/>
            </a:lvl5pPr>
            <a:lvl6pPr indent="-342900" lvl="5" marL="2743200">
              <a:spcBef>
                <a:spcPts val="0"/>
              </a:spcBef>
              <a:spcAft>
                <a:spcPts val="0"/>
              </a:spcAft>
              <a:buSzPts val="1800"/>
              <a:buChar char="■"/>
              <a:defRPr sz="1800"/>
            </a:lvl6pPr>
            <a:lvl7pPr indent="-342900" lvl="6" marL="3200400">
              <a:spcBef>
                <a:spcPts val="0"/>
              </a:spcBef>
              <a:spcAft>
                <a:spcPts val="0"/>
              </a:spcAft>
              <a:buSzPts val="1800"/>
              <a:buChar char="●"/>
              <a:defRPr sz="1800"/>
            </a:lvl7pPr>
            <a:lvl8pPr indent="-342900" lvl="7" marL="3657600">
              <a:spcBef>
                <a:spcPts val="0"/>
              </a:spcBef>
              <a:spcAft>
                <a:spcPts val="0"/>
              </a:spcAft>
              <a:buSzPts val="1800"/>
              <a:buChar char="○"/>
              <a:defRPr sz="1800"/>
            </a:lvl8pPr>
            <a:lvl9pPr indent="-342900" lvl="8" marL="4114800">
              <a:spcBef>
                <a:spcPts val="0"/>
              </a:spcBef>
              <a:spcAft>
                <a:spcPts val="0"/>
              </a:spcAft>
              <a:buSzPts val="1800"/>
              <a:buChar char="■"/>
              <a:defRPr sz="1800"/>
            </a:lvl9pPr>
          </a:lstStyle>
          <a:p/>
        </p:txBody>
      </p:sp>
      <p:sp>
        <p:nvSpPr>
          <p:cNvPr id="44" name="Google Shape;44;p9"/>
          <p:cNvSpPr txBox="1"/>
          <p:nvPr>
            <p:ph idx="12" type="sldNum"/>
          </p:nvPr>
        </p:nvSpPr>
        <p:spPr>
          <a:xfrm>
            <a:off x="8472458" y="472425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7" name="Google Shape;47;p10"/>
          <p:cNvSpPr txBox="1"/>
          <p:nvPr>
            <p:ph idx="12" type="sldNum"/>
          </p:nvPr>
        </p:nvSpPr>
        <p:spPr>
          <a:xfrm>
            <a:off x="8472458" y="472425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50" name="Google Shape;50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42900" lvl="1" marL="914400" algn="ctr">
              <a:spcBef>
                <a:spcPts val="0"/>
              </a:spcBef>
              <a:spcAft>
                <a:spcPts val="0"/>
              </a:spcAft>
              <a:buSzPts val="1800"/>
              <a:buChar char="○"/>
              <a:defRPr sz="1800"/>
            </a:lvl2pPr>
            <a:lvl3pPr indent="-342900" lvl="2" marL="1371600" algn="ctr">
              <a:spcBef>
                <a:spcPts val="0"/>
              </a:spcBef>
              <a:spcAft>
                <a:spcPts val="0"/>
              </a:spcAft>
              <a:buSzPts val="1800"/>
              <a:buChar char="■"/>
              <a:defRPr sz="1800"/>
            </a:lvl3pPr>
            <a:lvl4pPr indent="-342900" lvl="3" marL="18288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 sz="1800"/>
            </a:lvl4pPr>
            <a:lvl5pPr indent="-342900" lvl="4" marL="2286000" algn="ctr">
              <a:spcBef>
                <a:spcPts val="0"/>
              </a:spcBef>
              <a:spcAft>
                <a:spcPts val="0"/>
              </a:spcAft>
              <a:buSzPts val="1800"/>
              <a:buChar char="○"/>
              <a:defRPr sz="1800"/>
            </a:lvl5pPr>
            <a:lvl6pPr indent="-342900" lvl="5" marL="2743200" algn="ctr">
              <a:spcBef>
                <a:spcPts val="0"/>
              </a:spcBef>
              <a:spcAft>
                <a:spcPts val="0"/>
              </a:spcAft>
              <a:buSzPts val="1800"/>
              <a:buChar char="■"/>
              <a:defRPr sz="1800"/>
            </a:lvl6pPr>
            <a:lvl7pPr indent="-342900" lvl="6" marL="32004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 sz="1800"/>
            </a:lvl7pPr>
            <a:lvl8pPr indent="-342900" lvl="7" marL="3657600" algn="ctr">
              <a:spcBef>
                <a:spcPts val="0"/>
              </a:spcBef>
              <a:spcAft>
                <a:spcPts val="0"/>
              </a:spcAft>
              <a:buSzPts val="1800"/>
              <a:buChar char="○"/>
              <a:defRPr sz="1800"/>
            </a:lvl8pPr>
            <a:lvl9pPr indent="-342900" lvl="8" marL="4114800" algn="ctr">
              <a:spcBef>
                <a:spcPts val="0"/>
              </a:spcBef>
              <a:spcAft>
                <a:spcPts val="0"/>
              </a:spcAft>
              <a:buSzPts val="1800"/>
              <a:buChar char="■"/>
              <a:defRPr sz="1800"/>
            </a:lvl9pPr>
          </a:lstStyle>
          <a:p/>
        </p:txBody>
      </p:sp>
      <p:sp>
        <p:nvSpPr>
          <p:cNvPr id="51" name="Google Shape;51;p11"/>
          <p:cNvSpPr txBox="1"/>
          <p:nvPr>
            <p:ph idx="12" type="sldNum"/>
          </p:nvPr>
        </p:nvSpPr>
        <p:spPr>
          <a:xfrm>
            <a:off x="8472458" y="472425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2"/>
          <p:cNvSpPr txBox="1"/>
          <p:nvPr>
            <p:ph idx="12" type="sldNum"/>
          </p:nvPr>
        </p:nvSpPr>
        <p:spPr>
          <a:xfrm>
            <a:off x="8472458" y="472425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9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1.xml"/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/>
          <p:nvPr/>
        </p:nvSpPr>
        <p:spPr>
          <a:xfrm>
            <a:off x="-50" y="0"/>
            <a:ext cx="9144000" cy="462600"/>
          </a:xfrm>
          <a:prstGeom prst="rect">
            <a:avLst/>
          </a:prstGeom>
          <a:solidFill>
            <a:srgbClr val="16B9C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" name="Google Shape;7;p1"/>
          <p:cNvSpPr/>
          <p:nvPr/>
        </p:nvSpPr>
        <p:spPr>
          <a:xfrm>
            <a:off x="0" y="4685971"/>
            <a:ext cx="9144000" cy="462600"/>
          </a:xfrm>
          <a:prstGeom prst="rect">
            <a:avLst/>
          </a:prstGeom>
          <a:solidFill>
            <a:srgbClr val="16B9C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" name="Google Shape;8;p1"/>
          <p:cNvSpPr txBox="1"/>
          <p:nvPr>
            <p:ph type="title"/>
          </p:nvPr>
        </p:nvSpPr>
        <p:spPr>
          <a:xfrm>
            <a:off x="311700" y="566718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pen Sans"/>
              <a:buNone/>
              <a:defRPr sz="24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Open Sans"/>
              <a:buChar char="●"/>
              <a:defRPr sz="18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indent="-3429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Open Sans"/>
              <a:buChar char="○"/>
              <a:defRPr sz="18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indent="-3429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Open Sans"/>
              <a:buChar char="■"/>
              <a:defRPr sz="18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indent="-3429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Open Sans"/>
              <a:buChar char="●"/>
              <a:defRPr sz="18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indent="-3429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Open Sans"/>
              <a:buChar char="○"/>
              <a:defRPr sz="18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indent="-3429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Open Sans"/>
              <a:buChar char="■"/>
              <a:defRPr sz="18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indent="-3429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Open Sans"/>
              <a:buChar char="●"/>
              <a:defRPr sz="18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indent="-3429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Open Sans"/>
              <a:buChar char="○"/>
              <a:defRPr sz="18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indent="-3429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Open Sans"/>
              <a:buChar char="■"/>
              <a:defRPr sz="18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8472458" y="4724253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>
                <a:solidFill>
                  <a:schemeClr val="lt1"/>
                </a:solidFill>
                <a:latin typeface="Work Sans"/>
                <a:ea typeface="Work Sans"/>
                <a:cs typeface="Work Sans"/>
                <a:sym typeface="Work Sans"/>
              </a:defRPr>
            </a:lvl1pPr>
            <a:lvl2pPr lvl="1" algn="r">
              <a:buNone/>
              <a:defRPr>
                <a:solidFill>
                  <a:schemeClr val="lt1"/>
                </a:solidFill>
                <a:latin typeface="Work Sans"/>
                <a:ea typeface="Work Sans"/>
                <a:cs typeface="Work Sans"/>
                <a:sym typeface="Work Sans"/>
              </a:defRPr>
            </a:lvl2pPr>
            <a:lvl3pPr lvl="2" algn="r">
              <a:buNone/>
              <a:defRPr>
                <a:solidFill>
                  <a:schemeClr val="lt1"/>
                </a:solidFill>
                <a:latin typeface="Work Sans"/>
                <a:ea typeface="Work Sans"/>
                <a:cs typeface="Work Sans"/>
                <a:sym typeface="Work Sans"/>
              </a:defRPr>
            </a:lvl3pPr>
            <a:lvl4pPr lvl="3" algn="r">
              <a:buNone/>
              <a:defRPr>
                <a:solidFill>
                  <a:schemeClr val="lt1"/>
                </a:solidFill>
                <a:latin typeface="Work Sans"/>
                <a:ea typeface="Work Sans"/>
                <a:cs typeface="Work Sans"/>
                <a:sym typeface="Work Sans"/>
              </a:defRPr>
            </a:lvl4pPr>
            <a:lvl5pPr lvl="4" algn="r">
              <a:buNone/>
              <a:defRPr>
                <a:solidFill>
                  <a:schemeClr val="lt1"/>
                </a:solidFill>
                <a:latin typeface="Work Sans"/>
                <a:ea typeface="Work Sans"/>
                <a:cs typeface="Work Sans"/>
                <a:sym typeface="Work Sans"/>
              </a:defRPr>
            </a:lvl5pPr>
            <a:lvl6pPr lvl="5" algn="r">
              <a:buNone/>
              <a:defRPr>
                <a:solidFill>
                  <a:schemeClr val="lt1"/>
                </a:solidFill>
                <a:latin typeface="Work Sans"/>
                <a:ea typeface="Work Sans"/>
                <a:cs typeface="Work Sans"/>
                <a:sym typeface="Work Sans"/>
              </a:defRPr>
            </a:lvl6pPr>
            <a:lvl7pPr lvl="6" algn="r">
              <a:buNone/>
              <a:defRPr>
                <a:solidFill>
                  <a:schemeClr val="lt1"/>
                </a:solidFill>
                <a:latin typeface="Work Sans"/>
                <a:ea typeface="Work Sans"/>
                <a:cs typeface="Work Sans"/>
                <a:sym typeface="Work Sans"/>
              </a:defRPr>
            </a:lvl7pPr>
            <a:lvl8pPr lvl="7" algn="r">
              <a:buNone/>
              <a:defRPr>
                <a:solidFill>
                  <a:schemeClr val="lt1"/>
                </a:solidFill>
                <a:latin typeface="Work Sans"/>
                <a:ea typeface="Work Sans"/>
                <a:cs typeface="Work Sans"/>
                <a:sym typeface="Work Sans"/>
              </a:defRPr>
            </a:lvl8pPr>
            <a:lvl9pPr lvl="8" algn="r">
              <a:buNone/>
              <a:defRPr>
                <a:solidFill>
                  <a:schemeClr val="lt1"/>
                </a:solidFill>
                <a:latin typeface="Work Sans"/>
                <a:ea typeface="Work Sans"/>
                <a:cs typeface="Work Sans"/>
                <a:sym typeface="Work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1" name="Google Shape;11;p1"/>
          <p:cNvSpPr txBox="1"/>
          <p:nvPr/>
        </p:nvSpPr>
        <p:spPr>
          <a:xfrm>
            <a:off x="2395950" y="4720950"/>
            <a:ext cx="4352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lt1"/>
                </a:solidFill>
                <a:latin typeface="Work Sans"/>
                <a:ea typeface="Work Sans"/>
                <a:cs typeface="Work Sans"/>
                <a:sym typeface="Work Sans"/>
              </a:rPr>
              <a:t>IGCSE Economics</a:t>
            </a:r>
            <a:endParaRPr>
              <a:solidFill>
                <a:schemeClr val="lt1"/>
              </a:solidFill>
              <a:latin typeface="Work Sans"/>
              <a:ea typeface="Work Sans"/>
              <a:cs typeface="Work Sans"/>
              <a:sym typeface="Work Sans"/>
            </a:endParaRPr>
          </a:p>
        </p:txBody>
      </p:sp>
      <p:pic>
        <p:nvPicPr>
          <p:cNvPr id="12" name="Google Shape;12;p1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2197" y="4745150"/>
            <a:ext cx="327963" cy="344249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2"/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  <p:sldLayoutId id="2147483658" r:id="rId12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4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0.png"/><Relationship Id="rId4" Type="http://schemas.openxmlformats.org/officeDocument/2006/relationships/image" Target="../media/image4.png"/><Relationship Id="rId5" Type="http://schemas.openxmlformats.org/officeDocument/2006/relationships/image" Target="../media/image9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2.png"/><Relationship Id="rId4" Type="http://schemas.openxmlformats.org/officeDocument/2006/relationships/image" Target="../media/image13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8.png"/><Relationship Id="rId4" Type="http://schemas.openxmlformats.org/officeDocument/2006/relationships/image" Target="../media/image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5.jpg"/><Relationship Id="rId4" Type="http://schemas.openxmlformats.org/officeDocument/2006/relationships/image" Target="../media/image11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3"/>
          <p:cNvSpPr txBox="1"/>
          <p:nvPr>
            <p:ph type="ctrTitle"/>
          </p:nvPr>
        </p:nvSpPr>
        <p:spPr>
          <a:xfrm>
            <a:off x="13" y="1430375"/>
            <a:ext cx="9144000" cy="2052600"/>
          </a:xfrm>
          <a:prstGeom prst="rect">
            <a:avLst/>
          </a:prstGeom>
          <a:solidFill>
            <a:srgbClr val="DFFBFC"/>
          </a:solidFill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Factors of production activity</a:t>
            </a:r>
            <a:endParaRPr/>
          </a:p>
        </p:txBody>
      </p:sp>
      <p:sp>
        <p:nvSpPr>
          <p:cNvPr id="59" name="Google Shape;59;p13"/>
          <p:cNvSpPr txBox="1"/>
          <p:nvPr>
            <p:ph idx="1" type="subTitle"/>
          </p:nvPr>
        </p:nvSpPr>
        <p:spPr>
          <a:xfrm>
            <a:off x="311700" y="36723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1.1.1 </a:t>
            </a:r>
            <a:r>
              <a:rPr lang="en-GB"/>
              <a:t>The economic problem</a:t>
            </a:r>
            <a:endParaRPr/>
          </a:p>
        </p:txBody>
      </p:sp>
      <p:sp>
        <p:nvSpPr>
          <p:cNvPr id="60" name="Google Shape;60;p13"/>
          <p:cNvSpPr txBox="1"/>
          <p:nvPr>
            <p:ph idx="12" type="sldNum"/>
          </p:nvPr>
        </p:nvSpPr>
        <p:spPr>
          <a:xfrm>
            <a:off x="8472458" y="472425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pic>
        <p:nvPicPr>
          <p:cNvPr id="61" name="Google Shape;61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0" y="3567027"/>
            <a:ext cx="675600" cy="933000"/>
          </a:xfrm>
          <a:prstGeom prst="roundRect">
            <a:avLst>
              <a:gd fmla="val 48384" name="adj"/>
            </a:avLst>
          </a:prstGeom>
          <a:noFill/>
          <a:ln>
            <a:noFill/>
          </a:ln>
        </p:spPr>
      </p:pic>
      <p:pic>
        <p:nvPicPr>
          <p:cNvPr id="62" name="Google Shape;62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156700" y="3567027"/>
            <a:ext cx="675600" cy="933000"/>
          </a:xfrm>
          <a:prstGeom prst="roundRect">
            <a:avLst>
              <a:gd fmla="val 48384" name="adj"/>
            </a:avLst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4"/>
          <p:cNvSpPr txBox="1"/>
          <p:nvPr>
            <p:ph type="title"/>
          </p:nvPr>
        </p:nvSpPr>
        <p:spPr>
          <a:xfrm>
            <a:off x="311700" y="566718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Match the key term</a:t>
            </a:r>
            <a:endParaRPr/>
          </a:p>
        </p:txBody>
      </p:sp>
      <p:pic>
        <p:nvPicPr>
          <p:cNvPr id="68" name="Google Shape;68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9325" y="1418600"/>
            <a:ext cx="6562725" cy="3067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5"/>
          <p:cNvSpPr txBox="1"/>
          <p:nvPr>
            <p:ph type="title"/>
          </p:nvPr>
        </p:nvSpPr>
        <p:spPr>
          <a:xfrm>
            <a:off x="311700" y="566718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Identify the factor of production</a:t>
            </a:r>
            <a:endParaRPr/>
          </a:p>
        </p:txBody>
      </p:sp>
      <p:pic>
        <p:nvPicPr>
          <p:cNvPr id="74" name="Google Shape;74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55625" y="1273425"/>
            <a:ext cx="2536900" cy="1669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75" name="Google Shape;75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980798" y="593575"/>
            <a:ext cx="1345443" cy="2021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76" name="Google Shape;76;p1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412650" y="1139425"/>
            <a:ext cx="2804126" cy="1869424"/>
          </a:xfrm>
          <a:prstGeom prst="rect">
            <a:avLst/>
          </a:prstGeom>
          <a:noFill/>
          <a:ln>
            <a:noFill/>
          </a:ln>
        </p:spPr>
      </p:pic>
      <p:pic>
        <p:nvPicPr>
          <p:cNvPr id="77" name="Google Shape;77;p15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13575" y="3075150"/>
            <a:ext cx="2554420" cy="1430475"/>
          </a:xfrm>
          <a:prstGeom prst="rect">
            <a:avLst/>
          </a:prstGeom>
          <a:noFill/>
          <a:ln>
            <a:noFill/>
          </a:ln>
        </p:spPr>
      </p:pic>
      <p:pic>
        <p:nvPicPr>
          <p:cNvPr id="78" name="Google Shape;78;p15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6469650" y="2871999"/>
            <a:ext cx="2476500" cy="1743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79" name="Google Shape;79;p15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3626023" y="3075154"/>
            <a:ext cx="2034200" cy="1571519"/>
          </a:xfrm>
          <a:prstGeom prst="rect">
            <a:avLst/>
          </a:prstGeom>
          <a:noFill/>
          <a:ln>
            <a:noFill/>
          </a:ln>
        </p:spPr>
      </p:pic>
      <p:sp>
        <p:nvSpPr>
          <p:cNvPr id="80" name="Google Shape;80;p15"/>
          <p:cNvSpPr txBox="1"/>
          <p:nvPr>
            <p:ph idx="12" type="sldNum"/>
          </p:nvPr>
        </p:nvSpPr>
        <p:spPr>
          <a:xfrm>
            <a:off x="8472458" y="472425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6"/>
          <p:cNvSpPr txBox="1"/>
          <p:nvPr>
            <p:ph type="title"/>
          </p:nvPr>
        </p:nvSpPr>
        <p:spPr>
          <a:xfrm>
            <a:off x="311700" y="566718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Task</a:t>
            </a:r>
            <a:endParaRPr/>
          </a:p>
        </p:txBody>
      </p:sp>
      <p:sp>
        <p:nvSpPr>
          <p:cNvPr id="86" name="Google Shape;86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850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/>
              <a:t>S</a:t>
            </a:r>
            <a:r>
              <a:rPr lang="en-GB" sz="2000"/>
              <a:t>elect a business/company and create infographics where you:</a:t>
            </a:r>
            <a:endParaRPr sz="2000"/>
          </a:p>
          <a:p>
            <a:pPr indent="-336550" lvl="0" marL="457200" rtl="0" algn="l">
              <a:spcBef>
                <a:spcPts val="1200"/>
              </a:spcBef>
              <a:spcAft>
                <a:spcPts val="0"/>
              </a:spcAft>
              <a:buSzPct val="100000"/>
              <a:buChar char="●"/>
            </a:pPr>
            <a:r>
              <a:rPr lang="en-GB" sz="2000"/>
              <a:t>Select a business of interest</a:t>
            </a:r>
            <a:endParaRPr sz="2000"/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-GB" sz="2000"/>
              <a:t>Define the 4 factors of production (land, labour, capital and enterprise). </a:t>
            </a:r>
            <a:endParaRPr sz="2000"/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-GB" sz="2000"/>
              <a:t>Give examples of each factor of production within the selected business. </a:t>
            </a:r>
            <a:endParaRPr sz="2000"/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-GB" sz="2000"/>
              <a:t>Define and give examples of ‘scarcity’ and ‘opportunity’ cost - also applied to the business.</a:t>
            </a:r>
            <a:endParaRPr sz="2000"/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-GB" sz="2000"/>
              <a:t>Define the ‘economic problem’. How is this business answering the 3 economic questions?</a:t>
            </a:r>
            <a:endParaRPr sz="2000"/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-GB" sz="2000"/>
              <a:t>Upload to evidencer under ‘Factors of production info graph’. </a:t>
            </a:r>
            <a:endParaRPr sz="20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20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7"/>
          <p:cNvSpPr txBox="1"/>
          <p:nvPr>
            <p:ph type="title"/>
          </p:nvPr>
        </p:nvSpPr>
        <p:spPr>
          <a:xfrm>
            <a:off x="311700" y="566718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Student examples</a:t>
            </a:r>
            <a:endParaRPr/>
          </a:p>
        </p:txBody>
      </p:sp>
      <p:pic>
        <p:nvPicPr>
          <p:cNvPr id="92" name="Google Shape;92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38125" y="1276125"/>
            <a:ext cx="4133849" cy="3048454"/>
          </a:xfrm>
          <a:prstGeom prst="rect">
            <a:avLst/>
          </a:prstGeom>
          <a:noFill/>
          <a:ln>
            <a:noFill/>
          </a:ln>
        </p:spPr>
      </p:pic>
      <p:pic>
        <p:nvPicPr>
          <p:cNvPr id="93" name="Google Shape;93;p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572000" y="1284079"/>
            <a:ext cx="4133850" cy="303253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8"/>
          <p:cNvSpPr txBox="1"/>
          <p:nvPr>
            <p:ph type="title"/>
          </p:nvPr>
        </p:nvSpPr>
        <p:spPr>
          <a:xfrm>
            <a:off x="311700" y="566718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Student examples</a:t>
            </a:r>
            <a:endParaRPr/>
          </a:p>
        </p:txBody>
      </p:sp>
      <p:pic>
        <p:nvPicPr>
          <p:cNvPr id="99" name="Google Shape;99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15025" y="1065800"/>
            <a:ext cx="2640821" cy="3467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0" name="Google Shape;100;p1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305950" y="1065800"/>
            <a:ext cx="3264650" cy="3467800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Google Shape;101;p18"/>
          <p:cNvSpPr txBox="1"/>
          <p:nvPr>
            <p:ph idx="12" type="sldNum"/>
          </p:nvPr>
        </p:nvSpPr>
        <p:spPr>
          <a:xfrm>
            <a:off x="8472458" y="472425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19"/>
          <p:cNvSpPr txBox="1"/>
          <p:nvPr>
            <p:ph type="title"/>
          </p:nvPr>
        </p:nvSpPr>
        <p:spPr>
          <a:xfrm>
            <a:off x="311700" y="566718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..if you finish</a:t>
            </a:r>
            <a:endParaRPr/>
          </a:p>
        </p:txBody>
      </p:sp>
      <p:sp>
        <p:nvSpPr>
          <p:cNvPr id="107" name="Google Shape;107;p1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Make sure all key terms and definitions are in your notes.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-GB"/>
              <a:t>Try to discuss and complete the case study on the next slide.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" name="Google Shape;112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5325" y="561025"/>
            <a:ext cx="4199550" cy="3871447"/>
          </a:xfrm>
          <a:prstGeom prst="rect">
            <a:avLst/>
          </a:prstGeom>
          <a:noFill/>
          <a:ln>
            <a:noFill/>
          </a:ln>
        </p:spPr>
      </p:pic>
      <p:pic>
        <p:nvPicPr>
          <p:cNvPr id="113" name="Google Shape;113;p2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662661" y="561025"/>
            <a:ext cx="3931765" cy="387144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